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909FF"/>
    <a:srgbClr val="0099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396F7-33FB-71C1-BF4B-E07E24B78DF5}" v="3" dt="2026-02-16T12:48:52.849"/>
    <p1510:client id="{AAABF3AB-0E31-4061-8191-AE35C24DA6FE}" v="297" dt="2026-02-16T15:13:20.556"/>
    <p1510:client id="{7F6C7A52-3FC0-D233-B271-B04417429C40}" v="32" dt="2026-02-16T15:03:15.799"/>
    <p1510:client id="{89FD5E52-F57A-4758-BBEB-7EF60B061AEF}" v="234" dt="2026-02-16T15:15:11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07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7F6C7A52-3FC0-D233-B271-B04417429C40}"/>
    <pc:docChg chg="modSld sldOrd">
      <pc:chgData name="Guest User" userId="" providerId="Windows Live" clId="Web-{7F6C7A52-3FC0-D233-B271-B04417429C40}" dt="2026-02-16T15:03:15.799" v="36"/>
      <pc:docMkLst>
        <pc:docMk/>
      </pc:docMkLst>
      <pc:sldChg chg="ord">
        <pc:chgData name="Guest User" userId="" providerId="Windows Live" clId="Web-{7F6C7A52-3FC0-D233-B271-B04417429C40}" dt="2026-02-16T15:03:15.799" v="36"/>
        <pc:sldMkLst>
          <pc:docMk/>
          <pc:sldMk cId="1351372898" sldId="256"/>
        </pc:sldMkLst>
      </pc:sldChg>
      <pc:sldChg chg="modSp">
        <pc:chgData name="Guest User" userId="" providerId="Windows Live" clId="Web-{7F6C7A52-3FC0-D233-B271-B04417429C40}" dt="2026-02-16T15:02:20.031" v="35" actId="20577"/>
        <pc:sldMkLst>
          <pc:docMk/>
          <pc:sldMk cId="2471662818" sldId="264"/>
        </pc:sldMkLst>
        <pc:spChg chg="mod">
          <ac:chgData name="Guest User" userId="" providerId="Windows Live" clId="Web-{7F6C7A52-3FC0-D233-B271-B04417429C40}" dt="2026-02-16T15:00:24.727" v="13" actId="20577"/>
          <ac:spMkLst>
            <pc:docMk/>
            <pc:sldMk cId="2471662818" sldId="264"/>
            <ac:spMk id="2" creationId="{F0A4F583-1CF6-B451-253F-941B89A9DDEE}"/>
          </ac:spMkLst>
        </pc:spChg>
        <pc:spChg chg="mod">
          <ac:chgData name="Guest User" userId="" providerId="Windows Live" clId="Web-{7F6C7A52-3FC0-D233-B271-B04417429C40}" dt="2026-02-16T15:02:20.031" v="35" actId="20577"/>
          <ac:spMkLst>
            <pc:docMk/>
            <pc:sldMk cId="2471662818" sldId="264"/>
            <ac:spMk id="3" creationId="{B6DFC0A9-06C8-070F-A703-C60397703720}"/>
          </ac:spMkLst>
        </pc:spChg>
      </pc:sldChg>
    </pc:docChg>
  </pc:docChgLst>
  <pc:docChgLst>
    <pc:chgData name="Guest User" providerId="Windows Live" clId="Web-{CB2187B1-90E7-A2ED-C41D-0E7519D677D0}"/>
    <pc:docChg chg="modSld">
      <pc:chgData name="Guest User" userId="" providerId="Windows Live" clId="Web-{CB2187B1-90E7-A2ED-C41D-0E7519D677D0}" dt="2026-02-14T17:57:24.101" v="81" actId="20577"/>
      <pc:docMkLst>
        <pc:docMk/>
      </pc:docMkLst>
      <pc:sldChg chg="modSp">
        <pc:chgData name="Guest User" userId="" providerId="Windows Live" clId="Web-{CB2187B1-90E7-A2ED-C41D-0E7519D677D0}" dt="2026-02-14T17:56:35.942" v="64" actId="14100"/>
        <pc:sldMkLst>
          <pc:docMk/>
          <pc:sldMk cId="2224476944" sldId="257"/>
        </pc:sldMkLst>
        <pc:spChg chg="mod">
          <ac:chgData name="Guest User" userId="" providerId="Windows Live" clId="Web-{CB2187B1-90E7-A2ED-C41D-0E7519D677D0}" dt="2026-02-14T17:56:35.942" v="64" actId="14100"/>
          <ac:spMkLst>
            <pc:docMk/>
            <pc:sldMk cId="2224476944" sldId="257"/>
            <ac:spMk id="3" creationId="{AF79EF92-E948-79A8-CD29-D6CC9C28C6D0}"/>
          </ac:spMkLst>
        </pc:spChg>
      </pc:sldChg>
      <pc:sldChg chg="modSp">
        <pc:chgData name="Guest User" userId="" providerId="Windows Live" clId="Web-{CB2187B1-90E7-A2ED-C41D-0E7519D677D0}" dt="2026-02-14T17:57:24.101" v="81" actId="20577"/>
        <pc:sldMkLst>
          <pc:docMk/>
          <pc:sldMk cId="1293064209" sldId="258"/>
        </pc:sldMkLst>
        <pc:spChg chg="mod">
          <ac:chgData name="Guest User" userId="" providerId="Windows Live" clId="Web-{CB2187B1-90E7-A2ED-C41D-0E7519D677D0}" dt="2026-02-14T17:53:25.991" v="45" actId="14100"/>
          <ac:spMkLst>
            <pc:docMk/>
            <pc:sldMk cId="1293064209" sldId="258"/>
            <ac:spMk id="2" creationId="{9C23B2B2-5556-3EE4-5F43-C094211D3E73}"/>
          </ac:spMkLst>
        </pc:spChg>
        <pc:spChg chg="mod">
          <ac:chgData name="Guest User" userId="" providerId="Windows Live" clId="Web-{CB2187B1-90E7-A2ED-C41D-0E7519D677D0}" dt="2026-02-14T17:57:24.101" v="81" actId="20577"/>
          <ac:spMkLst>
            <pc:docMk/>
            <pc:sldMk cId="1293064209" sldId="258"/>
            <ac:spMk id="3" creationId="{406AB035-4EDD-4F39-A2CF-AE8E761BD256}"/>
          </ac:spMkLst>
        </pc:spChg>
      </pc:sldChg>
      <pc:sldChg chg="modSp">
        <pc:chgData name="Guest User" userId="" providerId="Windows Live" clId="Web-{CB2187B1-90E7-A2ED-C41D-0E7519D677D0}" dt="2026-02-14T17:47:19.564" v="12" actId="20577"/>
        <pc:sldMkLst>
          <pc:docMk/>
          <pc:sldMk cId="227860560" sldId="259"/>
        </pc:sldMkLst>
        <pc:spChg chg="mod">
          <ac:chgData name="Guest User" userId="" providerId="Windows Live" clId="Web-{CB2187B1-90E7-A2ED-C41D-0E7519D677D0}" dt="2026-02-14T17:47:19.564" v="12" actId="20577"/>
          <ac:spMkLst>
            <pc:docMk/>
            <pc:sldMk cId="227860560" sldId="259"/>
            <ac:spMk id="3" creationId="{AFA8D529-00AD-DF44-366D-E960E37C24C4}"/>
          </ac:spMkLst>
        </pc:spChg>
      </pc:sldChg>
    </pc:docChg>
  </pc:docChgLst>
  <pc:docChgLst>
    <pc:chgData name="Nithikbalaji S" userId="36b320927f8b02fa" providerId="LiveId" clId="{F1094904-5149-4F42-8F7D-9D52ADDFDAA4}"/>
    <pc:docChg chg="undo custSel delSld modSld">
      <pc:chgData name="Nithikbalaji S" userId="36b320927f8b02fa" providerId="LiveId" clId="{F1094904-5149-4F42-8F7D-9D52ADDFDAA4}" dt="2026-02-16T15:15:11.053" v="403" actId="207"/>
      <pc:docMkLst>
        <pc:docMk/>
      </pc:docMkLst>
      <pc:sldChg chg="modSp mod">
        <pc:chgData name="Nithikbalaji S" userId="36b320927f8b02fa" providerId="LiveId" clId="{F1094904-5149-4F42-8F7D-9D52ADDFDAA4}" dt="2026-02-16T15:14:35.029" v="402" actId="2711"/>
        <pc:sldMkLst>
          <pc:docMk/>
          <pc:sldMk cId="1351372898" sldId="256"/>
        </pc:sldMkLst>
        <pc:spChg chg="mod">
          <ac:chgData name="Nithikbalaji S" userId="36b320927f8b02fa" providerId="LiveId" clId="{F1094904-5149-4F42-8F7D-9D52ADDFDAA4}" dt="2026-02-14T16:33:43.007" v="26" actId="255"/>
          <ac:spMkLst>
            <pc:docMk/>
            <pc:sldMk cId="1351372898" sldId="256"/>
            <ac:spMk id="2" creationId="{CC046623-6704-5482-9107-DEF43771181C}"/>
          </ac:spMkLst>
        </pc:spChg>
        <pc:spChg chg="mod">
          <ac:chgData name="Nithikbalaji S" userId="36b320927f8b02fa" providerId="LiveId" clId="{F1094904-5149-4F42-8F7D-9D52ADDFDAA4}" dt="2026-02-16T15:14:35.029" v="402" actId="2711"/>
          <ac:spMkLst>
            <pc:docMk/>
            <pc:sldMk cId="1351372898" sldId="256"/>
            <ac:spMk id="4" creationId="{C0EADED9-E15D-090C-A4CB-B156C5A63E08}"/>
          </ac:spMkLst>
        </pc:spChg>
      </pc:sldChg>
      <pc:sldChg chg="modSp mod">
        <pc:chgData name="Nithikbalaji S" userId="36b320927f8b02fa" providerId="LiveId" clId="{F1094904-5149-4F42-8F7D-9D52ADDFDAA4}" dt="2026-02-16T15:15:11.053" v="403" actId="207"/>
        <pc:sldMkLst>
          <pc:docMk/>
          <pc:sldMk cId="2224476944" sldId="257"/>
        </pc:sldMkLst>
        <pc:spChg chg="mod">
          <ac:chgData name="Nithikbalaji S" userId="36b320927f8b02fa" providerId="LiveId" clId="{F1094904-5149-4F42-8F7D-9D52ADDFDAA4}" dt="2026-02-14T17:11:45.205" v="107" actId="1076"/>
          <ac:spMkLst>
            <pc:docMk/>
            <pc:sldMk cId="2224476944" sldId="257"/>
            <ac:spMk id="2" creationId="{44CBFF59-4EC3-F8EE-4436-8A9740DD5024}"/>
          </ac:spMkLst>
        </pc:spChg>
        <pc:spChg chg="mod">
          <ac:chgData name="Nithikbalaji S" userId="36b320927f8b02fa" providerId="LiveId" clId="{F1094904-5149-4F42-8F7D-9D52ADDFDAA4}" dt="2026-02-16T15:15:11.053" v="403" actId="207"/>
          <ac:spMkLst>
            <pc:docMk/>
            <pc:sldMk cId="2224476944" sldId="257"/>
            <ac:spMk id="3" creationId="{AF79EF92-E948-79A8-CD29-D6CC9C28C6D0}"/>
          </ac:spMkLst>
        </pc:spChg>
      </pc:sldChg>
      <pc:sldChg chg="modSp mod">
        <pc:chgData name="Nithikbalaji S" userId="36b320927f8b02fa" providerId="LiveId" clId="{F1094904-5149-4F42-8F7D-9D52ADDFDAA4}" dt="2026-02-16T15:05:44.138" v="386" actId="1076"/>
        <pc:sldMkLst>
          <pc:docMk/>
          <pc:sldMk cId="1293064209" sldId="258"/>
        </pc:sldMkLst>
        <pc:spChg chg="mod">
          <ac:chgData name="Nithikbalaji S" userId="36b320927f8b02fa" providerId="LiveId" clId="{F1094904-5149-4F42-8F7D-9D52ADDFDAA4}" dt="2026-02-16T15:05:44.138" v="386" actId="1076"/>
          <ac:spMkLst>
            <pc:docMk/>
            <pc:sldMk cId="1293064209" sldId="258"/>
            <ac:spMk id="2" creationId="{9C23B2B2-5556-3EE4-5F43-C094211D3E73}"/>
          </ac:spMkLst>
        </pc:spChg>
      </pc:sldChg>
      <pc:sldChg chg="modSp mod">
        <pc:chgData name="Nithikbalaji S" userId="36b320927f8b02fa" providerId="LiveId" clId="{F1094904-5149-4F42-8F7D-9D52ADDFDAA4}" dt="2026-02-16T13:54:40.444" v="211" actId="1076"/>
        <pc:sldMkLst>
          <pc:docMk/>
          <pc:sldMk cId="227860560" sldId="259"/>
        </pc:sldMkLst>
        <pc:spChg chg="mod">
          <ac:chgData name="Nithikbalaji S" userId="36b320927f8b02fa" providerId="LiveId" clId="{F1094904-5149-4F42-8F7D-9D52ADDFDAA4}" dt="2026-02-16T13:54:40.444" v="211" actId="1076"/>
          <ac:spMkLst>
            <pc:docMk/>
            <pc:sldMk cId="227860560" sldId="259"/>
            <ac:spMk id="2" creationId="{72B98141-D2F2-CFFA-EEA7-C557E02E3FCA}"/>
          </ac:spMkLst>
        </pc:spChg>
      </pc:sldChg>
      <pc:sldChg chg="addSp delSp modSp mod">
        <pc:chgData name="Nithikbalaji S" userId="36b320927f8b02fa" providerId="LiveId" clId="{F1094904-5149-4F42-8F7D-9D52ADDFDAA4}" dt="2026-02-14T16:30:00.555" v="24" actId="732"/>
        <pc:sldMkLst>
          <pc:docMk/>
          <pc:sldMk cId="118906454" sldId="260"/>
        </pc:sldMkLst>
        <pc:spChg chg="mod">
          <ac:chgData name="Nithikbalaji S" userId="36b320927f8b02fa" providerId="LiveId" clId="{F1094904-5149-4F42-8F7D-9D52ADDFDAA4}" dt="2026-02-14T16:13:35.165" v="5" actId="1076"/>
          <ac:spMkLst>
            <pc:docMk/>
            <pc:sldMk cId="118906454" sldId="260"/>
            <ac:spMk id="2" creationId="{322BB28F-9CFD-9D58-A62E-99E66893A7A7}"/>
          </ac:spMkLst>
        </pc:spChg>
        <pc:picChg chg="add mod modCrop">
          <ac:chgData name="Nithikbalaji S" userId="36b320927f8b02fa" providerId="LiveId" clId="{F1094904-5149-4F42-8F7D-9D52ADDFDAA4}" dt="2026-02-14T16:30:00.555" v="24" actId="732"/>
          <ac:picMkLst>
            <pc:docMk/>
            <pc:sldMk cId="118906454" sldId="260"/>
            <ac:picMk id="16" creationId="{A12D1BC0-C2DB-44C4-87FC-3767777C6D1D}"/>
          </ac:picMkLst>
        </pc:picChg>
      </pc:sldChg>
      <pc:sldChg chg="addSp delSp modSp mod">
        <pc:chgData name="Nithikbalaji S" userId="36b320927f8b02fa" providerId="LiveId" clId="{F1094904-5149-4F42-8F7D-9D52ADDFDAA4}" dt="2026-02-16T13:54:58.398" v="212" actId="1076"/>
        <pc:sldMkLst>
          <pc:docMk/>
          <pc:sldMk cId="1124971714" sldId="261"/>
        </pc:sldMkLst>
        <pc:spChg chg="mod">
          <ac:chgData name="Nithikbalaji S" userId="36b320927f8b02fa" providerId="LiveId" clId="{F1094904-5149-4F42-8F7D-9D52ADDFDAA4}" dt="2026-02-16T13:54:58.398" v="212" actId="1076"/>
          <ac:spMkLst>
            <pc:docMk/>
            <pc:sldMk cId="1124971714" sldId="261"/>
            <ac:spMk id="2" creationId="{4F2686D5-53C4-8B5D-F199-FE0758AD1554}"/>
          </ac:spMkLst>
        </pc:spChg>
        <pc:spChg chg="del">
          <ac:chgData name="Nithikbalaji S" userId="36b320927f8b02fa" providerId="LiveId" clId="{F1094904-5149-4F42-8F7D-9D52ADDFDAA4}" dt="2026-02-16T13:20:52.249" v="155" actId="22"/>
          <ac:spMkLst>
            <pc:docMk/>
            <pc:sldMk cId="1124971714" sldId="261"/>
            <ac:spMk id="3" creationId="{32A36A00-0282-2DBA-7FDC-5ABB6BD516A5}"/>
          </ac:spMkLst>
        </pc:spChg>
        <pc:spChg chg="add del mod">
          <ac:chgData name="Nithikbalaji S" userId="36b320927f8b02fa" providerId="LiveId" clId="{F1094904-5149-4F42-8F7D-9D52ADDFDAA4}" dt="2026-02-16T13:52:02.446" v="169"/>
          <ac:spMkLst>
            <pc:docMk/>
            <pc:sldMk cId="1124971714" sldId="261"/>
            <ac:spMk id="9" creationId="{8079C504-0749-E9C9-8855-82E6FEE80CEE}"/>
          </ac:spMkLst>
        </pc:spChg>
        <pc:picChg chg="add mod ord modCrop">
          <ac:chgData name="Nithikbalaji S" userId="36b320927f8b02fa" providerId="LiveId" clId="{F1094904-5149-4F42-8F7D-9D52ADDFDAA4}" dt="2026-02-16T13:53:18.948" v="204" actId="1076"/>
          <ac:picMkLst>
            <pc:docMk/>
            <pc:sldMk cId="1124971714" sldId="261"/>
            <ac:picMk id="6" creationId="{E38F3760-673D-C5C6-6CC9-78E801C75474}"/>
          </ac:picMkLst>
        </pc:picChg>
        <pc:picChg chg="add del mod ord modCrop">
          <ac:chgData name="Nithikbalaji S" userId="36b320927f8b02fa" providerId="LiveId" clId="{F1094904-5149-4F42-8F7D-9D52ADDFDAA4}" dt="2026-02-16T13:21:44.491" v="167" actId="478"/>
          <ac:picMkLst>
            <pc:docMk/>
            <pc:sldMk cId="1124971714" sldId="261"/>
            <ac:picMk id="7" creationId="{29459EEA-8EA1-57D0-93AC-803B9A61764D}"/>
          </ac:picMkLst>
        </pc:picChg>
      </pc:sldChg>
      <pc:sldChg chg="addSp delSp modSp del mod">
        <pc:chgData name="Nithikbalaji S" userId="36b320927f8b02fa" providerId="LiveId" clId="{F1094904-5149-4F42-8F7D-9D52ADDFDAA4}" dt="2026-02-16T14:55:00.527" v="270" actId="2696"/>
        <pc:sldMkLst>
          <pc:docMk/>
          <pc:sldMk cId="2794383556" sldId="263"/>
        </pc:sldMkLst>
        <pc:spChg chg="mod">
          <ac:chgData name="Nithikbalaji S" userId="36b320927f8b02fa" providerId="LiveId" clId="{F1094904-5149-4F42-8F7D-9D52ADDFDAA4}" dt="2026-02-16T14:49:43.195" v="229" actId="20577"/>
          <ac:spMkLst>
            <pc:docMk/>
            <pc:sldMk cId="2794383556" sldId="263"/>
            <ac:spMk id="2" creationId="{F0AE8E17-6FFB-072D-0660-6F3DE05BAAFE}"/>
          </ac:spMkLst>
        </pc:spChg>
        <pc:spChg chg="add del">
          <ac:chgData name="Nithikbalaji S" userId="36b320927f8b02fa" providerId="LiveId" clId="{F1094904-5149-4F42-8F7D-9D52ADDFDAA4}" dt="2026-02-16T14:45:46.072" v="215" actId="931"/>
          <ac:spMkLst>
            <pc:docMk/>
            <pc:sldMk cId="2794383556" sldId="263"/>
            <ac:spMk id="3" creationId="{27C8D782-0872-9BE1-1CB9-DF672ECB5BF1}"/>
          </ac:spMkLst>
        </pc:spChg>
        <pc:spChg chg="mod">
          <ac:chgData name="Nithikbalaji S" userId="36b320927f8b02fa" providerId="LiveId" clId="{F1094904-5149-4F42-8F7D-9D52ADDFDAA4}" dt="2026-02-16T14:53:49.987" v="269" actId="1076"/>
          <ac:spMkLst>
            <pc:docMk/>
            <pc:sldMk cId="2794383556" sldId="263"/>
            <ac:spMk id="6" creationId="{3A58DBB8-0B28-71BD-7A54-DB80C4076239}"/>
          </ac:spMkLst>
        </pc:spChg>
        <pc:picChg chg="add del mod ord">
          <ac:chgData name="Nithikbalaji S" userId="36b320927f8b02fa" providerId="LiveId" clId="{F1094904-5149-4F42-8F7D-9D52ADDFDAA4}" dt="2026-02-16T14:45:46.072" v="215" actId="931"/>
          <ac:picMkLst>
            <pc:docMk/>
            <pc:sldMk cId="2794383556" sldId="263"/>
            <ac:picMk id="7" creationId="{C460704E-4D00-1765-C534-2D5BF18B77E0}"/>
          </ac:picMkLst>
        </pc:picChg>
      </pc:sldChg>
      <pc:sldChg chg="modSp mod">
        <pc:chgData name="Nithikbalaji S" userId="36b320927f8b02fa" providerId="LiveId" clId="{F1094904-5149-4F42-8F7D-9D52ADDFDAA4}" dt="2026-02-16T15:05:32.337" v="385" actId="1076"/>
        <pc:sldMkLst>
          <pc:docMk/>
          <pc:sldMk cId="2471662818" sldId="264"/>
        </pc:sldMkLst>
        <pc:spChg chg="mod">
          <ac:chgData name="Nithikbalaji S" userId="36b320927f8b02fa" providerId="LiveId" clId="{F1094904-5149-4F42-8F7D-9D52ADDFDAA4}" dt="2026-02-16T15:05:32.337" v="385" actId="1076"/>
          <ac:spMkLst>
            <pc:docMk/>
            <pc:sldMk cId="2471662818" sldId="264"/>
            <ac:spMk id="2" creationId="{F0A4F583-1CF6-B451-253F-941B89A9DDEE}"/>
          </ac:spMkLst>
        </pc:spChg>
        <pc:spChg chg="mod">
          <ac:chgData name="Nithikbalaji S" userId="36b320927f8b02fa" providerId="LiveId" clId="{F1094904-5149-4F42-8F7D-9D52ADDFDAA4}" dt="2026-02-16T15:05:23.739" v="384" actId="1076"/>
          <ac:spMkLst>
            <pc:docMk/>
            <pc:sldMk cId="2471662818" sldId="264"/>
            <ac:spMk id="3" creationId="{B6DFC0A9-06C8-070F-A703-C60397703720}"/>
          </ac:spMkLst>
        </pc:spChg>
        <pc:spChg chg="mod">
          <ac:chgData name="Nithikbalaji S" userId="36b320927f8b02fa" providerId="LiveId" clId="{F1094904-5149-4F42-8F7D-9D52ADDFDAA4}" dt="2026-02-16T14:56:44.927" v="286" actId="20577"/>
          <ac:spMkLst>
            <pc:docMk/>
            <pc:sldMk cId="2471662818" sldId="264"/>
            <ac:spMk id="5" creationId="{CB45FC92-9133-D658-D008-E7C1126D4DA4}"/>
          </ac:spMkLst>
        </pc:spChg>
      </pc:sldChg>
      <pc:sldChg chg="modSp mod">
        <pc:chgData name="Nithikbalaji S" userId="36b320927f8b02fa" providerId="LiveId" clId="{F1094904-5149-4F42-8F7D-9D52ADDFDAA4}" dt="2026-02-16T15:04:11.979" v="379" actId="255"/>
        <pc:sldMkLst>
          <pc:docMk/>
          <pc:sldMk cId="1147224589" sldId="265"/>
        </pc:sldMkLst>
        <pc:spChg chg="mod">
          <ac:chgData name="Nithikbalaji S" userId="36b320927f8b02fa" providerId="LiveId" clId="{F1094904-5149-4F42-8F7D-9D52ADDFDAA4}" dt="2026-02-16T15:04:11.979" v="379" actId="255"/>
          <ac:spMkLst>
            <pc:docMk/>
            <pc:sldMk cId="1147224589" sldId="265"/>
            <ac:spMk id="2" creationId="{626D75EE-4E8F-4A2F-1E26-CD6919325C7F}"/>
          </ac:spMkLst>
        </pc:spChg>
        <pc:spChg chg="mod">
          <ac:chgData name="Nithikbalaji S" userId="36b320927f8b02fa" providerId="LiveId" clId="{F1094904-5149-4F42-8F7D-9D52ADDFDAA4}" dt="2026-02-16T15:03:40.782" v="378" actId="2710"/>
          <ac:spMkLst>
            <pc:docMk/>
            <pc:sldMk cId="1147224589" sldId="265"/>
            <ac:spMk id="3" creationId="{5E887E49-21B9-3497-F0CF-CEA4EB380A9B}"/>
          </ac:spMkLst>
        </pc:spChg>
        <pc:spChg chg="mod">
          <ac:chgData name="Nithikbalaji S" userId="36b320927f8b02fa" providerId="LiveId" clId="{F1094904-5149-4F42-8F7D-9D52ADDFDAA4}" dt="2026-02-16T14:55:47.903" v="276" actId="255"/>
          <ac:spMkLst>
            <pc:docMk/>
            <pc:sldMk cId="1147224589" sldId="265"/>
            <ac:spMk id="4" creationId="{118D1629-05DB-A5EE-855B-7FFD5A8BCDD9}"/>
          </ac:spMkLst>
        </pc:spChg>
        <pc:spChg chg="mod">
          <ac:chgData name="Nithikbalaji S" userId="36b320927f8b02fa" providerId="LiveId" clId="{F1094904-5149-4F42-8F7D-9D52ADDFDAA4}" dt="2026-02-16T14:56:35.912" v="282" actId="20577"/>
          <ac:spMkLst>
            <pc:docMk/>
            <pc:sldMk cId="1147224589" sldId="265"/>
            <ac:spMk id="5" creationId="{C81F3870-77B1-6997-6AC2-5BEE9162306A}"/>
          </ac:spMkLst>
        </pc:spChg>
      </pc:sldChg>
    </pc:docChg>
  </pc:docChgLst>
  <pc:docChgLst>
    <pc:chgData name="Guest User" providerId="Windows Live" clId="Web-{4F5396F7-33FB-71C1-BF4B-E07E24B78DF5}"/>
    <pc:docChg chg="modSld">
      <pc:chgData name="Guest User" userId="" providerId="Windows Live" clId="Web-{4F5396F7-33FB-71C1-BF4B-E07E24B78DF5}" dt="2026-02-16T12:48:52.568" v="1" actId="20577"/>
      <pc:docMkLst>
        <pc:docMk/>
      </pc:docMkLst>
      <pc:sldChg chg="modSp">
        <pc:chgData name="Guest User" userId="" providerId="Windows Live" clId="Web-{4F5396F7-33FB-71C1-BF4B-E07E24B78DF5}" dt="2026-02-16T12:48:52.568" v="1" actId="20577"/>
        <pc:sldMkLst>
          <pc:docMk/>
          <pc:sldMk cId="1293064209" sldId="258"/>
        </pc:sldMkLst>
        <pc:spChg chg="mod">
          <ac:chgData name="Guest User" userId="" providerId="Windows Live" clId="Web-{4F5396F7-33FB-71C1-BF4B-E07E24B78DF5}" dt="2026-02-16T12:48:52.568" v="1" actId="20577"/>
          <ac:spMkLst>
            <pc:docMk/>
            <pc:sldMk cId="1293064209" sldId="258"/>
            <ac:spMk id="3" creationId="{406AB035-4EDD-4F39-A2CF-AE8E761BD256}"/>
          </ac:spMkLst>
        </pc:spChg>
      </pc:sldChg>
    </pc:docChg>
  </pc:docChgLst>
  <pc:docChgLst>
    <pc:chgData name="rahulkhannav2006@gmail.com" userId="8dd2ad0c982b1269" providerId="LiveId" clId="{E0C44AD5-0D38-4562-8A7B-37AFC41A352B}"/>
    <pc:docChg chg="undo custSel addSld delSld modSld sldOrd modMainMaster">
      <pc:chgData name="rahulkhannav2006@gmail.com" userId="8dd2ad0c982b1269" providerId="LiveId" clId="{E0C44AD5-0D38-4562-8A7B-37AFC41A352B}" dt="2026-02-16T15:13:20.557" v="297" actId="122"/>
      <pc:docMkLst>
        <pc:docMk/>
      </pc:docMkLst>
      <pc:sldChg chg="modSp mod ord">
        <pc:chgData name="rahulkhannav2006@gmail.com" userId="8dd2ad0c982b1269" providerId="LiveId" clId="{E0C44AD5-0D38-4562-8A7B-37AFC41A352B}" dt="2026-02-16T15:13:20.557" v="297" actId="122"/>
        <pc:sldMkLst>
          <pc:docMk/>
          <pc:sldMk cId="1351372898" sldId="256"/>
        </pc:sldMkLst>
        <pc:spChg chg="mod">
          <ac:chgData name="rahulkhannav2006@gmail.com" userId="8dd2ad0c982b1269" providerId="LiveId" clId="{E0C44AD5-0D38-4562-8A7B-37AFC41A352B}" dt="2026-02-16T15:13:20.557" v="297" actId="122"/>
          <ac:spMkLst>
            <pc:docMk/>
            <pc:sldMk cId="1351372898" sldId="256"/>
            <ac:spMk id="4" creationId="{C0EADED9-E15D-090C-A4CB-B156C5A63E08}"/>
          </ac:spMkLst>
        </pc:spChg>
      </pc:sldChg>
      <pc:sldChg chg="modSp mod">
        <pc:chgData name="rahulkhannav2006@gmail.com" userId="8dd2ad0c982b1269" providerId="LiveId" clId="{E0C44AD5-0D38-4562-8A7B-37AFC41A352B}" dt="2026-02-16T14:40:37.920" v="89" actId="207"/>
        <pc:sldMkLst>
          <pc:docMk/>
          <pc:sldMk cId="2224476944" sldId="257"/>
        </pc:sldMkLst>
        <pc:spChg chg="mod">
          <ac:chgData name="rahulkhannav2006@gmail.com" userId="8dd2ad0c982b1269" providerId="LiveId" clId="{E0C44AD5-0D38-4562-8A7B-37AFC41A352B}" dt="2026-02-16T14:40:37.920" v="89" actId="207"/>
          <ac:spMkLst>
            <pc:docMk/>
            <pc:sldMk cId="2224476944" sldId="257"/>
            <ac:spMk id="3" creationId="{AF79EF92-E948-79A8-CD29-D6CC9C28C6D0}"/>
          </ac:spMkLst>
        </pc:spChg>
      </pc:sldChg>
      <pc:sldChg chg="modSp mod">
        <pc:chgData name="rahulkhannav2006@gmail.com" userId="8dd2ad0c982b1269" providerId="LiveId" clId="{E0C44AD5-0D38-4562-8A7B-37AFC41A352B}" dt="2026-02-16T14:40:32.069" v="88" actId="207"/>
        <pc:sldMkLst>
          <pc:docMk/>
          <pc:sldMk cId="1293064209" sldId="258"/>
        </pc:sldMkLst>
        <pc:spChg chg="mod">
          <ac:chgData name="rahulkhannav2006@gmail.com" userId="8dd2ad0c982b1269" providerId="LiveId" clId="{E0C44AD5-0D38-4562-8A7B-37AFC41A352B}" dt="2026-02-16T14:40:32.069" v="88" actId="207"/>
          <ac:spMkLst>
            <pc:docMk/>
            <pc:sldMk cId="1293064209" sldId="258"/>
            <ac:spMk id="3" creationId="{406AB035-4EDD-4F39-A2CF-AE8E761BD256}"/>
          </ac:spMkLst>
        </pc:spChg>
      </pc:sldChg>
      <pc:sldChg chg="addSp delSp modSp mod">
        <pc:chgData name="rahulkhannav2006@gmail.com" userId="8dd2ad0c982b1269" providerId="LiveId" clId="{E0C44AD5-0D38-4562-8A7B-37AFC41A352B}" dt="2026-02-16T14:59:10.402" v="234" actId="1076"/>
        <pc:sldMkLst>
          <pc:docMk/>
          <pc:sldMk cId="227860560" sldId="259"/>
        </pc:sldMkLst>
        <pc:spChg chg="mod">
          <ac:chgData name="rahulkhannav2006@gmail.com" userId="8dd2ad0c982b1269" providerId="LiveId" clId="{E0C44AD5-0D38-4562-8A7B-37AFC41A352B}" dt="2026-02-16T13:46:09.226" v="23" actId="27636"/>
          <ac:spMkLst>
            <pc:docMk/>
            <pc:sldMk cId="227860560" sldId="259"/>
            <ac:spMk id="2" creationId="{72B98141-D2F2-CFFA-EEA7-C557E02E3FCA}"/>
          </ac:spMkLst>
        </pc:spChg>
        <pc:spChg chg="add del mod">
          <ac:chgData name="rahulkhannav2006@gmail.com" userId="8dd2ad0c982b1269" providerId="LiveId" clId="{E0C44AD5-0D38-4562-8A7B-37AFC41A352B}" dt="2026-02-16T13:46:42.160" v="30"/>
          <ac:spMkLst>
            <pc:docMk/>
            <pc:sldMk cId="227860560" sldId="259"/>
            <ac:spMk id="3" creationId="{AFA8D529-00AD-DF44-366D-E960E37C24C4}"/>
          </ac:spMkLst>
        </pc:spChg>
        <pc:spChg chg="add mod">
          <ac:chgData name="rahulkhannav2006@gmail.com" userId="8dd2ad0c982b1269" providerId="LiveId" clId="{E0C44AD5-0D38-4562-8A7B-37AFC41A352B}" dt="2026-02-16T13:46:40.378" v="29"/>
          <ac:spMkLst>
            <pc:docMk/>
            <pc:sldMk cId="227860560" sldId="259"/>
            <ac:spMk id="6" creationId="{7EAFED3E-4702-40BC-F9EE-578128532436}"/>
          </ac:spMkLst>
        </pc:spChg>
        <pc:spChg chg="add mod">
          <ac:chgData name="rahulkhannav2006@gmail.com" userId="8dd2ad0c982b1269" providerId="LiveId" clId="{E0C44AD5-0D38-4562-8A7B-37AFC41A352B}" dt="2026-02-16T14:59:10.402" v="234" actId="1076"/>
          <ac:spMkLst>
            <pc:docMk/>
            <pc:sldMk cId="227860560" sldId="259"/>
            <ac:spMk id="7" creationId="{9A89998E-0D2B-7BB3-2319-C963DB3CC8B9}"/>
          </ac:spMkLst>
        </pc:spChg>
      </pc:sldChg>
      <pc:sldChg chg="modSp mod">
        <pc:chgData name="rahulkhannav2006@gmail.com" userId="8dd2ad0c982b1269" providerId="LiveId" clId="{E0C44AD5-0D38-4562-8A7B-37AFC41A352B}" dt="2026-02-16T13:56:50.214" v="77" actId="1076"/>
        <pc:sldMkLst>
          <pc:docMk/>
          <pc:sldMk cId="1124971714" sldId="261"/>
        </pc:sldMkLst>
        <pc:picChg chg="mod">
          <ac:chgData name="rahulkhannav2006@gmail.com" userId="8dd2ad0c982b1269" providerId="LiveId" clId="{E0C44AD5-0D38-4562-8A7B-37AFC41A352B}" dt="2026-02-16T13:56:50.214" v="77" actId="1076"/>
          <ac:picMkLst>
            <pc:docMk/>
            <pc:sldMk cId="1124971714" sldId="261"/>
            <ac:picMk id="6" creationId="{E38F3760-673D-C5C6-6CC9-78E801C75474}"/>
          </ac:picMkLst>
        </pc:picChg>
      </pc:sldChg>
      <pc:sldChg chg="modSp del mod">
        <pc:chgData name="rahulkhannav2006@gmail.com" userId="8dd2ad0c982b1269" providerId="LiveId" clId="{E0C44AD5-0D38-4562-8A7B-37AFC41A352B}" dt="2026-02-16T14:47:46.606" v="120" actId="2696"/>
        <pc:sldMkLst>
          <pc:docMk/>
          <pc:sldMk cId="4218043036" sldId="262"/>
        </pc:sldMkLst>
        <pc:spChg chg="mod">
          <ac:chgData name="rahulkhannav2006@gmail.com" userId="8dd2ad0c982b1269" providerId="LiveId" clId="{E0C44AD5-0D38-4562-8A7B-37AFC41A352B}" dt="2026-02-16T14:46:23.777" v="104"/>
          <ac:spMkLst>
            <pc:docMk/>
            <pc:sldMk cId="4218043036" sldId="262"/>
            <ac:spMk id="2" creationId="{A8B724A0-4805-1184-C8E5-13B961A5AC3B}"/>
          </ac:spMkLst>
        </pc:spChg>
        <pc:spChg chg="mod">
          <ac:chgData name="rahulkhannav2006@gmail.com" userId="8dd2ad0c982b1269" providerId="LiveId" clId="{E0C44AD5-0D38-4562-8A7B-37AFC41A352B}" dt="2026-02-16T14:47:13.532" v="119" actId="20577"/>
          <ac:spMkLst>
            <pc:docMk/>
            <pc:sldMk cId="4218043036" sldId="262"/>
            <ac:spMk id="3" creationId="{2F5454E7-F84B-AA0A-50DB-EC00C7C80F0C}"/>
          </ac:spMkLst>
        </pc:spChg>
      </pc:sldChg>
      <pc:sldChg chg="addSp delSp modSp mod modClrScheme chgLayout">
        <pc:chgData name="rahulkhannav2006@gmail.com" userId="8dd2ad0c982b1269" providerId="LiveId" clId="{E0C44AD5-0D38-4562-8A7B-37AFC41A352B}" dt="2026-02-16T14:54:37.872" v="180" actId="14100"/>
        <pc:sldMkLst>
          <pc:docMk/>
          <pc:sldMk cId="2794383556" sldId="263"/>
        </pc:sldMkLst>
        <pc:spChg chg="mod ord">
          <ac:chgData name="rahulkhannav2006@gmail.com" userId="8dd2ad0c982b1269" providerId="LiveId" clId="{E0C44AD5-0D38-4562-8A7B-37AFC41A352B}" dt="2026-02-16T14:53:50.816" v="174" actId="700"/>
          <ac:spMkLst>
            <pc:docMk/>
            <pc:sldMk cId="2794383556" sldId="263"/>
            <ac:spMk id="2" creationId="{F0AE8E17-6FFB-072D-0660-6F3DE05BAAFE}"/>
          </ac:spMkLst>
        </pc:spChg>
        <pc:spChg chg="del mod ord">
          <ac:chgData name="rahulkhannav2006@gmail.com" userId="8dd2ad0c982b1269" providerId="LiveId" clId="{E0C44AD5-0D38-4562-8A7B-37AFC41A352B}" dt="2026-02-16T14:50:15.361" v="144" actId="700"/>
          <ac:spMkLst>
            <pc:docMk/>
            <pc:sldMk cId="2794383556" sldId="263"/>
            <ac:spMk id="3" creationId="{27C8D782-0872-9BE1-1CB9-DF672ECB5BF1}"/>
          </ac:spMkLst>
        </pc:spChg>
        <pc:spChg chg="mod ord">
          <ac:chgData name="rahulkhannav2006@gmail.com" userId="8dd2ad0c982b1269" providerId="LiveId" clId="{E0C44AD5-0D38-4562-8A7B-37AFC41A352B}" dt="2026-02-16T14:53:50.816" v="174" actId="700"/>
          <ac:spMkLst>
            <pc:docMk/>
            <pc:sldMk cId="2794383556" sldId="263"/>
            <ac:spMk id="4" creationId="{2DE6A78E-12B5-5A6C-40A0-4C781AC37E9F}"/>
          </ac:spMkLst>
        </pc:spChg>
        <pc:spChg chg="mod ord">
          <ac:chgData name="rahulkhannav2006@gmail.com" userId="8dd2ad0c982b1269" providerId="LiveId" clId="{E0C44AD5-0D38-4562-8A7B-37AFC41A352B}" dt="2026-02-16T14:53:50.816" v="174" actId="700"/>
          <ac:spMkLst>
            <pc:docMk/>
            <pc:sldMk cId="2794383556" sldId="263"/>
            <ac:spMk id="5" creationId="{D567EA74-98C7-4027-2340-D41A7F6D7600}"/>
          </ac:spMkLst>
        </pc:spChg>
        <pc:spChg chg="add mod ord">
          <ac:chgData name="rahulkhannav2006@gmail.com" userId="8dd2ad0c982b1269" providerId="LiveId" clId="{E0C44AD5-0D38-4562-8A7B-37AFC41A352B}" dt="2026-02-16T14:53:50.816" v="174" actId="700"/>
          <ac:spMkLst>
            <pc:docMk/>
            <pc:sldMk cId="2794383556" sldId="263"/>
            <ac:spMk id="6" creationId="{3A58DBB8-0B28-71BD-7A54-DB80C4076239}"/>
          </ac:spMkLst>
        </pc:spChg>
        <pc:spChg chg="add mod ord">
          <ac:chgData name="rahulkhannav2006@gmail.com" userId="8dd2ad0c982b1269" providerId="LiveId" clId="{E0C44AD5-0D38-4562-8A7B-37AFC41A352B}" dt="2026-02-16T14:54:37.872" v="180" actId="14100"/>
          <ac:spMkLst>
            <pc:docMk/>
            <pc:sldMk cId="2794383556" sldId="263"/>
            <ac:spMk id="8" creationId="{89C6A24D-D414-376B-20FE-AED8966D17E8}"/>
          </ac:spMkLst>
        </pc:spChg>
      </pc:sldChg>
      <pc:sldChg chg="modSp mod">
        <pc:chgData name="rahulkhannav2006@gmail.com" userId="8dd2ad0c982b1269" providerId="LiveId" clId="{E0C44AD5-0D38-4562-8A7B-37AFC41A352B}" dt="2026-02-16T15:12:53.203" v="293" actId="1076"/>
        <pc:sldMkLst>
          <pc:docMk/>
          <pc:sldMk cId="2471662818" sldId="264"/>
        </pc:sldMkLst>
        <pc:spChg chg="mod">
          <ac:chgData name="rahulkhannav2006@gmail.com" userId="8dd2ad0c982b1269" providerId="LiveId" clId="{E0C44AD5-0D38-4562-8A7B-37AFC41A352B}" dt="2026-02-16T15:12:53.203" v="293" actId="1076"/>
          <ac:spMkLst>
            <pc:docMk/>
            <pc:sldMk cId="2471662818" sldId="264"/>
            <ac:spMk id="2" creationId="{F0A4F583-1CF6-B451-253F-941B89A9DDEE}"/>
          </ac:spMkLst>
        </pc:spChg>
        <pc:spChg chg="mod">
          <ac:chgData name="rahulkhannav2006@gmail.com" userId="8dd2ad0c982b1269" providerId="LiveId" clId="{E0C44AD5-0D38-4562-8A7B-37AFC41A352B}" dt="2026-02-16T15:05:16.698" v="285" actId="1076"/>
          <ac:spMkLst>
            <pc:docMk/>
            <pc:sldMk cId="2471662818" sldId="264"/>
            <ac:spMk id="3" creationId="{B6DFC0A9-06C8-070F-A703-C60397703720}"/>
          </ac:spMkLst>
        </pc:spChg>
      </pc:sldChg>
      <pc:sldChg chg="modSp new mod">
        <pc:chgData name="rahulkhannav2006@gmail.com" userId="8dd2ad0c982b1269" providerId="LiveId" clId="{E0C44AD5-0D38-4562-8A7B-37AFC41A352B}" dt="2026-02-16T15:04:45.327" v="284" actId="255"/>
        <pc:sldMkLst>
          <pc:docMk/>
          <pc:sldMk cId="1147224589" sldId="265"/>
        </pc:sldMkLst>
        <pc:spChg chg="mod">
          <ac:chgData name="rahulkhannav2006@gmail.com" userId="8dd2ad0c982b1269" providerId="LiveId" clId="{E0C44AD5-0D38-4562-8A7B-37AFC41A352B}" dt="2026-02-16T15:00:51.919" v="251" actId="1076"/>
          <ac:spMkLst>
            <pc:docMk/>
            <pc:sldMk cId="1147224589" sldId="265"/>
            <ac:spMk id="2" creationId="{626D75EE-4E8F-4A2F-1E26-CD6919325C7F}"/>
          </ac:spMkLst>
        </pc:spChg>
        <pc:spChg chg="mod">
          <ac:chgData name="rahulkhannav2006@gmail.com" userId="8dd2ad0c982b1269" providerId="LiveId" clId="{E0C44AD5-0D38-4562-8A7B-37AFC41A352B}" dt="2026-02-16T15:04:45.327" v="284" actId="255"/>
          <ac:spMkLst>
            <pc:docMk/>
            <pc:sldMk cId="1147224589" sldId="265"/>
            <ac:spMk id="3" creationId="{5E887E49-21B9-3497-F0CF-CEA4EB380A9B}"/>
          </ac:spMkLst>
        </pc:spChg>
      </pc:sldChg>
      <pc:sldMasterChg chg="modSp modSldLayout">
        <pc:chgData name="rahulkhannav2006@gmail.com" userId="8dd2ad0c982b1269" providerId="LiveId" clId="{E0C44AD5-0D38-4562-8A7B-37AFC41A352B}" dt="2026-02-16T13:54:22.628" v="72" actId="113"/>
        <pc:sldMasterMkLst>
          <pc:docMk/>
          <pc:sldMasterMk cId="2447503668" sldId="2147483648"/>
        </pc:sldMasterMkLst>
        <pc:spChg chg="mod">
          <ac:chgData name="rahulkhannav2006@gmail.com" userId="8dd2ad0c982b1269" providerId="LiveId" clId="{E0C44AD5-0D38-4562-8A7B-37AFC41A352B}" dt="2026-02-16T13:43:10.643" v="11" actId="207"/>
          <ac:spMkLst>
            <pc:docMk/>
            <pc:sldMasterMk cId="2447503668" sldId="2147483648"/>
            <ac:spMk id="2" creationId="{A54382A7-08DF-5277-ADB4-00DFA00F3D47}"/>
          </ac:spMkLst>
        </pc:spChg>
        <pc:spChg chg="mod">
          <ac:chgData name="rahulkhannav2006@gmail.com" userId="8dd2ad0c982b1269" providerId="LiveId" clId="{E0C44AD5-0D38-4562-8A7B-37AFC41A352B}" dt="2026-02-16T13:43:51.566" v="15" actId="207"/>
          <ac:spMkLst>
            <pc:docMk/>
            <pc:sldMasterMk cId="2447503668" sldId="2147483648"/>
            <ac:spMk id="3" creationId="{4B920B4C-55AA-CD1D-E300-D57183501F7E}"/>
          </ac:spMkLst>
        </pc:spChg>
        <pc:sldLayoutChg chg="modSp mod">
          <pc:chgData name="rahulkhannav2006@gmail.com" userId="8dd2ad0c982b1269" providerId="LiveId" clId="{E0C44AD5-0D38-4562-8A7B-37AFC41A352B}" dt="2026-02-16T13:54:22.628" v="72" actId="113"/>
          <pc:sldLayoutMkLst>
            <pc:docMk/>
            <pc:sldMasterMk cId="2447503668" sldId="2147483648"/>
            <pc:sldLayoutMk cId="2680873508" sldId="2147483650"/>
          </pc:sldLayoutMkLst>
          <pc:spChg chg="mod">
            <ac:chgData name="rahulkhannav2006@gmail.com" userId="8dd2ad0c982b1269" providerId="LiveId" clId="{E0C44AD5-0D38-4562-8A7B-37AFC41A352B}" dt="2026-02-16T13:54:22.628" v="72" actId="113"/>
            <ac:spMkLst>
              <pc:docMk/>
              <pc:sldMasterMk cId="2447503668" sldId="2147483648"/>
              <pc:sldLayoutMk cId="2680873508" sldId="2147483650"/>
              <ac:spMk id="2" creationId="{6A72DF21-49D6-D7F2-09DA-141ACD413544}"/>
            </ac:spMkLst>
          </pc:spChg>
          <pc:spChg chg="mod">
            <ac:chgData name="rahulkhannav2006@gmail.com" userId="8dd2ad0c982b1269" providerId="LiveId" clId="{E0C44AD5-0D38-4562-8A7B-37AFC41A352B}" dt="2026-02-16T13:54:03.775" v="70" actId="15"/>
            <ac:spMkLst>
              <pc:docMk/>
              <pc:sldMasterMk cId="2447503668" sldId="2147483648"/>
              <pc:sldLayoutMk cId="2680873508" sldId="2147483650"/>
              <ac:spMk id="3" creationId="{E6FA3D71-B3FD-C197-955B-D0F403631BE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FD8FB-A714-4F6A-B0EC-DC15B4E082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3DE4-70EE-4E06-81CA-1CE834622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82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D3DE4-70EE-4E06-81CA-1CE83462218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86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E52A-1A8A-7947-9224-E2C396EF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5B857-D805-8C27-D0A2-0C9B2E0C1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0929-8910-9DBE-4FAC-6FE5406E5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ED242-F8AD-4359-8DC8-F6D3362266D0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7B5E7-61C6-9EA8-4DCE-E1D8DCFA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9D75D-01A9-FC43-EA9A-68BC4403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11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DF21-49D6-D7F2-09DA-141ACD41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32015"/>
          </a:xfrm>
        </p:spPr>
        <p:txBody>
          <a:bodyPr/>
          <a:lstStyle>
            <a:lvl1pPr algn="ctr"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A3D71-B3FD-C197-955B-D0F403631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56145"/>
            <a:ext cx="12192000" cy="5891471"/>
          </a:xfr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rgbClr val="0909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800100" indent="-342900">
              <a:lnSpc>
                <a:spcPct val="100000"/>
              </a:lnSpc>
              <a:buFont typeface="Courier New" panose="02070309020205020404" pitchFamily="49" charset="0"/>
              <a:buChar char="o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rgbClr val="008000"/>
                </a:solidFill>
              </a:defRPr>
            </a:lvl3pPr>
            <a:lvl4pPr>
              <a:lnSpc>
                <a:spcPct val="100000"/>
              </a:lnSpc>
              <a:defRPr sz="1800">
                <a:solidFill>
                  <a:srgbClr val="008000"/>
                </a:solidFill>
              </a:defRPr>
            </a:lvl4pPr>
            <a:lvl5pPr>
              <a:lnSpc>
                <a:spcPct val="100000"/>
              </a:lnSpc>
              <a:defRPr sz="1800">
                <a:solidFill>
                  <a:srgbClr val="008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72DB9-2726-826C-72FE-AFAD980A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189" y="6492875"/>
            <a:ext cx="1354975" cy="365125"/>
          </a:xfrm>
        </p:spPr>
        <p:txBody>
          <a:bodyPr/>
          <a:lstStyle>
            <a:lvl1pPr>
              <a:defRPr sz="1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18AD3BA-98CB-429D-AEC3-A2B8F3D21260}" type="datetime1">
              <a:rPr lang="en-IN" smtClean="0"/>
              <a:t>17-02-2026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99EB0-1B6D-AE77-AB8F-EFBDFAF9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6575" y="6481675"/>
            <a:ext cx="6332912" cy="365125"/>
          </a:xfrm>
        </p:spPr>
        <p:txBody>
          <a:bodyPr/>
          <a:lstStyle>
            <a:lvl1pPr>
              <a:defRPr sz="1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Region-Specific Crop Price Forecasting Through Machine Learning Techniques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23197-197B-BD84-892C-17933653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1426" y="6481675"/>
            <a:ext cx="382385" cy="3651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B3B0F7FE-E2B5-480F-B7D2-DD3F074F5800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87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2D73-66E5-7CF2-3081-2F2AE720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1306A-4A23-12D3-CFB5-8538158D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860E4-F187-C2CE-5451-2281EDAA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52E2-3AFD-4552-AD9A-8388835CFB95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4AF10-4795-10A9-9F25-6650A1F1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E67EE-E51C-495C-0018-A9B27765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9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7303-461C-E349-4EA5-A07F00AE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48134-A64A-6D97-9726-E94ED4D2D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EE759-5269-B51F-347D-0FEB4E1DC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8801F-6434-D35B-1C03-4C740DF4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4C8AF-F644-4D19-8968-F19BDF832B9E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A2A46-06EE-8D48-80B5-5981F4A1B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53292-ADFE-798F-EB92-A2A7A7F3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11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A06A-F1A6-F5CF-921A-790CA530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4814B-03A6-1201-1232-928065E45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D68D6-CFF7-1601-0CF4-FBBEFAB47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66008-7F97-E47C-F842-BDCC60D45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F0427-37C0-5E9E-6ABD-2BE60A5E9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6DFD2-163D-B631-3AAA-46C7CE9F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2693-C854-483A-8288-40DC0F6A977D}" type="datetime1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0486D-3830-AB0B-7036-1D72A72B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C99FB-776F-E0D2-4478-E882F9E9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56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F6A0-65C8-FBB9-4635-0BAF1536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93971-A9AA-0EDB-0248-6891EC66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4E12-26E4-454A-88E1-A04C8448E87F}" type="datetime1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03B3B-3B42-B099-1D03-DFCD61A7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7D79-7B25-604D-F30F-2DC16BE3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190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168C9-171D-6BED-540A-DE28A5EFD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78BBB-F544-4330-9044-9EA1D6778A44}" type="datetime1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07BB3-77BA-65D7-C2AD-B5E7ACD7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FA57-F975-8879-DB62-50F16D32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7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05BA-F066-D109-A1AA-F1DF41FA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60935-2638-8FEE-6C17-262EDE33D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4E483-F085-57FA-2E6D-35F8F8173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45BEF-8B1B-8AE6-606B-352C0F86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48827-A42B-4433-9DCC-0005FF241733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9DBD7-F5DC-8364-6117-0BFE8BBA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3821B-48E8-6B20-A79A-904E1D03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6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E390-E273-E192-44E2-A64755209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63F1C-C786-BEEC-B737-2BE84E660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866CC-E1C5-B17C-5451-DFCD056EE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490E4-8A02-E01A-14E7-F0DEEE64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19AA-5292-4BD2-ACE7-2D11B08A398A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684DE-D5D0-2892-8C8E-E7BE8767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DA30D-D11A-720D-830E-CFC1D3B0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22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BD6E-956B-C456-E1F0-8B91E177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D739E-9DE5-EDCA-7F51-A38FF21D8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FF641-0538-38C4-17B3-35A249A3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2417-CA4D-4B0B-8B3B-CC34C92FCD03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BA7D9-9512-D5D6-2500-9A5598F2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656A2-6F8E-8A91-EE22-6553FDD0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52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2DB8F-A645-F995-151B-4A0AE1E89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20F89-6C09-7794-254D-D18A5AE8A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ED15-7C6B-08F7-2338-E3695C63B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5039-F4F3-4B5C-81F2-E679EBF89824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EC3C-CD62-7DE1-F0A1-539E4636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60437-23FD-E87E-8A98-4EA84E9D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382A7-08DF-5277-ADB4-00DFA00F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20B4C-55AA-CD1D-E300-D5718350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5BD1B-0947-4AD0-C2F3-F42466532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76909-8F86-4073-A806-3A23B58F5D02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86D3C-349F-50DC-F177-D5A03E03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Region-Specific Crop Price Forecasting Through Machine Learning Techniques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AF6B-EB1E-73D6-780F-25737D883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0F7FE-E2B5-480F-B7D2-DD3F074F5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50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6">
              <a:lumMod val="7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0000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6623-6704-5482-9107-DEF437711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09" y="236782"/>
            <a:ext cx="9783095" cy="1267670"/>
          </a:xfrm>
        </p:spPr>
        <p:txBody>
          <a:bodyPr>
            <a:normAutofit/>
          </a:bodyPr>
          <a:lstStyle/>
          <a:p>
            <a:r>
              <a:rPr lang="en-IN" sz="39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PSG Institute of Technology and </a:t>
            </a:r>
            <a:br>
              <a:rPr lang="en-IN" sz="39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9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Research, Coimbatore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90411-7C40-E2F3-FD2A-D96F57EE0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478" y="1957593"/>
            <a:ext cx="11818374" cy="147140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RSCPF_ML: Region-Specific Crop Price Forecasting Through Machine Learning Techniques</a:t>
            </a:r>
            <a:endParaRPr lang="en-IN" sz="40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SG Institute of Technology and Applied Research - YouTube">
            <a:extLst>
              <a:ext uri="{FF2B5EF4-FFF2-40B4-BE49-F238E27FC236}">
                <a16:creationId xmlns:a16="http://schemas.microsoft.com/office/drawing/2014/main" id="{1F910F92-770A-AAE0-B9A0-6698E38FD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80" y="217388"/>
            <a:ext cx="1306459" cy="130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EADED9-E15D-090C-A4CB-B156C5A63E08}"/>
              </a:ext>
            </a:extLst>
          </p:cNvPr>
          <p:cNvSpPr txBox="1"/>
          <p:nvPr/>
        </p:nvSpPr>
        <p:spPr>
          <a:xfrm>
            <a:off x="447981" y="3763295"/>
            <a:ext cx="47489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rgbClr val="090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TEAM MEMBERS</a:t>
            </a:r>
          </a:p>
          <a:p>
            <a:pPr algn="ctr"/>
            <a:endParaRPr lang="en-IN" sz="2400" b="1">
              <a:solidFill>
                <a:srgbClr val="090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Rahul S</a:t>
            </a:r>
          </a:p>
          <a:p>
            <a:pPr algn="ctr"/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Rahulkhanna V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Nithikbalaji S</a:t>
            </a:r>
          </a:p>
          <a:p>
            <a:pPr algn="ctr"/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Nithika Murugan</a:t>
            </a:r>
          </a:p>
          <a:p>
            <a:pPr algn="ctr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B93C2-EBB2-ADB7-619D-8951D14A5213}"/>
              </a:ext>
            </a:extLst>
          </p:cNvPr>
          <p:cNvSpPr txBox="1"/>
          <p:nvPr/>
        </p:nvSpPr>
        <p:spPr>
          <a:xfrm>
            <a:off x="6327056" y="3763295"/>
            <a:ext cx="4891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rgbClr val="090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endParaRPr lang="en-IN" sz="2400"/>
          </a:p>
          <a:p>
            <a:pPr algn="ctr"/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R. Manimegalai M.E.,</a:t>
            </a:r>
            <a:r>
              <a:rPr lang="en-IN" sz="2400" b="1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N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</p:txBody>
      </p:sp>
    </p:spTree>
    <p:extLst>
      <p:ext uri="{BB962C8B-B14F-4D97-AF65-F5344CB8AC3E}">
        <p14:creationId xmlns:p14="http://schemas.microsoft.com/office/powerpoint/2010/main" val="135137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11616-208A-4BDD-9AD2-EE24D18F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the 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301A9-D43D-4E89-873E-F12E3C6AA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and Overview of Crop Price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Gaps Identified</a:t>
            </a:r>
          </a:p>
          <a:p>
            <a:r>
              <a:rPr lang="en-US" dirty="0"/>
              <a:t>Problem Statement and Objectives</a:t>
            </a:r>
          </a:p>
          <a:p>
            <a:r>
              <a:rPr lang="en-US" dirty="0"/>
              <a:t>Proposed Methodology for Region-Specific Crop Price Forecasting using ML Algorithms</a:t>
            </a:r>
          </a:p>
          <a:p>
            <a:r>
              <a:rPr lang="en-US" dirty="0"/>
              <a:t>Innovation and Social Impact of the Proposed  Crop-Price Prediction System</a:t>
            </a:r>
          </a:p>
          <a:p>
            <a:r>
              <a:rPr lang="en-US" dirty="0"/>
              <a:t>Modules to be Implemented</a:t>
            </a:r>
          </a:p>
          <a:p>
            <a:r>
              <a:rPr lang="en-US" dirty="0"/>
              <a:t>Roles and Responsibilities of Team Members</a:t>
            </a:r>
          </a:p>
          <a:p>
            <a:r>
              <a:rPr lang="en-US" dirty="0"/>
              <a:t>Timeline of the Project</a:t>
            </a:r>
          </a:p>
          <a:p>
            <a:r>
              <a:rPr lang="en-US"/>
              <a:t>Conclusions</a:t>
            </a:r>
          </a:p>
          <a:p>
            <a:r>
              <a:rPr lang="en-US" dirty="0"/>
              <a:t>References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B7173-AA8E-484A-9016-AC72E3ED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Region-Specific Crop Price Forecasting Through Machine Learning Techniques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2D5A7-D0BE-4EC0-9F15-35EFF3A8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0F7FE-E2B5-480F-B7D2-DD3F074F5800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37AA08-4F6B-47D0-B014-A54CD69C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BE151-2E7C-41AA-A82D-67B967076735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75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FF59-4EC3-F8EE-4436-8A9740DD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37" y="607757"/>
            <a:ext cx="10515600" cy="500113"/>
          </a:xfrm>
        </p:spPr>
        <p:txBody>
          <a:bodyPr>
            <a:normAutofit fontScale="90000"/>
          </a:bodyPr>
          <a:lstStyle/>
          <a:p>
            <a:r>
              <a:rPr lang="en-IN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3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</a:t>
            </a:r>
            <a:br>
              <a:rPr lang="en-IN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EF92-E948-79A8-CD29-D6CC9C28C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064" y="1109558"/>
            <a:ext cx="11789545" cy="51406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Agricultural Prices are high and volatile 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- seasonality, supply– demand shifts, and climatic factors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Lack of reliable forecasts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/>
                <a:cs typeface="Times New Roman"/>
              </a:rPr>
              <a:t>- financial uncertainty for farmers and traders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Existing platforms provide historical data but limited predictive insights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/>
                <a:cs typeface="Times New Roman"/>
              </a:rPr>
              <a:t>- Combining historical and weather data improves understanding of region – specific price trends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Need for data-driven forecasting system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     - supports informed and sustainable decision-making</a:t>
            </a:r>
          </a:p>
          <a:p>
            <a:pPr>
              <a:lnSpc>
                <a:spcPct val="120000"/>
              </a:lnSpc>
            </a:pP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ABC85-A595-6B98-C576-6B782595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8065" y="6356350"/>
            <a:ext cx="7246373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3CC9A-F0AE-3177-B520-99AE1172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3269B0-4AD7-4554-94A7-44EE3AA7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317E8-F4BA-4A16-B965-632D8B35890A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476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B2B2-5556-3EE4-5F43-C094211D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34" y="250024"/>
            <a:ext cx="10515600" cy="563563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Times New Roman"/>
                <a:ea typeface="+mj-lt"/>
                <a:cs typeface="Times New Roman"/>
              </a:rPr>
              <a:t>Technical Architecture</a:t>
            </a:r>
            <a:endParaRPr lang="en-US" sz="3200" b="1" dirty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B035-4EDD-4F39-A2CF-AE8E761BD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8607"/>
            <a:ext cx="10515600" cy="52283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solidFill>
                  <a:srgbClr val="0909FF"/>
                </a:solidFill>
                <a:latin typeface="Times New Roman"/>
                <a:ea typeface="+mn-lt"/>
                <a:cs typeface="Times New Roman"/>
              </a:rPr>
              <a:t>Advanced Data Foundation:</a:t>
            </a:r>
            <a:endParaRPr lang="en-IN" sz="2400" dirty="0">
              <a:solidFill>
                <a:srgbClr val="0909FF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Multi-Model Engine:</a:t>
            </a:r>
            <a:r>
              <a:rPr lang="en-IN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Unified storage for Relational (Market), Time-Series (Weather), and Document (XAI Logs) data.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Data Sources: </a:t>
            </a:r>
            <a:r>
              <a:rPr lang="en-IN" dirty="0" err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Agmarknet</a:t>
            </a:r>
            <a:r>
              <a:rPr lang="en-IN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(Prices)+IMD/</a:t>
            </a:r>
            <a:r>
              <a:rPr lang="en-IN" dirty="0" err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OpenWeather</a:t>
            </a:r>
            <a:r>
              <a:rPr lang="en-IN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/NASA (Environment).</a:t>
            </a:r>
            <a:endParaRPr lang="en-IN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/>
                <a:ea typeface="+mn-lt"/>
                <a:cs typeface="Times New Roman"/>
              </a:rPr>
              <a:t>The Predictive Ensemble:</a:t>
            </a:r>
            <a:endParaRPr lang="en-IN" sz="2400" dirty="0">
              <a:latin typeface="Times New Roman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SARIMA: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Statistical baseline for linear seasonality.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High-performance Gradient Boosting for tabular weather features.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LSTM: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Deep Learning for long-term temporal dependencies.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/>
                <a:ea typeface="+mn-lt"/>
                <a:cs typeface="Times New Roman"/>
              </a:rPr>
              <a:t>Implementation Stack:</a:t>
            </a:r>
            <a:endParaRPr lang="en-IN" sz="2400" dirty="0">
              <a:latin typeface="Times New Roman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Backend: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Python (TensorFlow, </a:t>
            </a:r>
            <a:r>
              <a:rPr lang="en-IN" dirty="0" err="1">
                <a:latin typeface="Times New Roman"/>
                <a:ea typeface="+mn-lt"/>
                <a:cs typeface="Times New Roman"/>
              </a:rPr>
              <a:t>Scikit</a:t>
            </a:r>
            <a:r>
              <a:rPr lang="en-IN" dirty="0">
                <a:latin typeface="Times New Roman"/>
                <a:ea typeface="+mn-lt"/>
                <a:cs typeface="Times New Roman"/>
              </a:rPr>
              <a:t>-Learn), </a:t>
            </a:r>
            <a:r>
              <a:rPr lang="en-IN" dirty="0" err="1">
                <a:latin typeface="Times New Roman"/>
                <a:ea typeface="+mn-lt"/>
                <a:cs typeface="Times New Roman"/>
              </a:rPr>
              <a:t>FastAPI</a:t>
            </a:r>
            <a:r>
              <a:rPr lang="en-IN" dirty="0">
                <a:latin typeface="Times New Roman"/>
                <a:ea typeface="+mn-lt"/>
                <a:cs typeface="Times New Roman"/>
              </a:rPr>
              <a:t>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Explainability: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SHAP Framework for feature importance visualization.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/>
                <a:ea typeface="+mn-lt"/>
                <a:cs typeface="Times New Roman"/>
              </a:rPr>
              <a:t>Frontend: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React.js + D3.js for the dynamic prediction dashboard.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IN" sz="2400" dirty="0">
              <a:solidFill>
                <a:schemeClr val="accent1">
                  <a:lumMod val="76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24F67-775C-BDC0-2429-AD4BE98D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28567" y="6356350"/>
            <a:ext cx="7295535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83085-C844-A81F-11B9-D2F0836E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DB5F91-5D77-4446-8689-64D3DD23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B3D7-39FB-4AF6-98A8-C830D57A3576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06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8141-D2F2-CFFA-EEA7-C557E02E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024"/>
            <a:ext cx="10515600" cy="729637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Enhanced Crop Price Prediction with Explainable AI (XAI)</a:t>
            </a:r>
            <a:endParaRPr lang="en-IN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C35AA-7898-572E-D458-ED310B49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6168" y="6357272"/>
            <a:ext cx="7639664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119FE-FF0E-533F-B454-8FA70A5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A89998E-0D2B-7BB3-2319-C963DB3CC8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284" y="1411058"/>
            <a:ext cx="11287432" cy="440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Project Objective:</a:t>
            </a:r>
          </a:p>
          <a:p>
            <a:pPr lvl="1"/>
            <a:r>
              <a:rPr lang="en-US" b="1"/>
              <a:t>System Evolution:</a:t>
            </a:r>
            <a:r>
              <a:rPr lang="en-US"/>
              <a:t> Transitioning from single-model to </a:t>
            </a:r>
            <a:r>
              <a:rPr lang="en-US" b="1"/>
              <a:t>Weather-Aware Ensemble</a:t>
            </a:r>
            <a:r>
              <a:rPr lang="en-US"/>
              <a:t>.</a:t>
            </a:r>
          </a:p>
          <a:p>
            <a:pPr lvl="1"/>
            <a:r>
              <a:rPr lang="en-US" b="1"/>
              <a:t>Research Goal:</a:t>
            </a:r>
            <a:r>
              <a:rPr lang="en-US"/>
              <a:t> Improvising on existing frameworks for higher accuracy.</a:t>
            </a:r>
          </a:p>
          <a:p>
            <a:r>
              <a:rPr lang="en-US" b="1"/>
              <a:t>Key Technical Improvisations:</a:t>
            </a:r>
          </a:p>
          <a:p>
            <a:pPr lvl="1"/>
            <a:r>
              <a:rPr lang="en-US" b="1"/>
              <a:t>XAI Integration:</a:t>
            </a:r>
            <a:r>
              <a:rPr lang="en-US"/>
              <a:t> Using </a:t>
            </a:r>
            <a:r>
              <a:rPr lang="en-US" b="1"/>
              <a:t>SHAP/LIME</a:t>
            </a:r>
            <a:r>
              <a:rPr lang="en-US"/>
              <a:t> to eliminate "Black Box" uncertainty.</a:t>
            </a:r>
          </a:p>
          <a:p>
            <a:pPr lvl="1"/>
            <a:r>
              <a:rPr lang="en-US" b="1"/>
              <a:t>Weather Dynamics:</a:t>
            </a:r>
            <a:r>
              <a:rPr lang="en-US"/>
              <a:t> Real-time correlation of </a:t>
            </a:r>
            <a:r>
              <a:rPr lang="en-US" b="1"/>
              <a:t>Rainfall, Temp, &amp; Humidity</a:t>
            </a:r>
            <a:r>
              <a:rPr lang="en-US"/>
              <a:t> to price.</a:t>
            </a:r>
          </a:p>
          <a:p>
            <a:pPr lvl="1"/>
            <a:r>
              <a:rPr lang="en-US" b="1"/>
              <a:t>Local Granularity:</a:t>
            </a:r>
            <a:r>
              <a:rPr lang="en-US"/>
              <a:t> District/State-specific data filtering (e.g., </a:t>
            </a:r>
            <a:r>
              <a:rPr lang="en-US" b="1"/>
              <a:t>Tamil Nadu</a:t>
            </a:r>
            <a:r>
              <a:rPr lang="en-US"/>
              <a:t>).</a:t>
            </a:r>
          </a:p>
          <a:p>
            <a:r>
              <a:rPr lang="en-US" b="1"/>
              <a:t>System Impact:</a:t>
            </a:r>
          </a:p>
          <a:p>
            <a:pPr lvl="1"/>
            <a:r>
              <a:rPr lang="en-US" b="1"/>
              <a:t>Trust Building:</a:t>
            </a:r>
            <a:r>
              <a:rPr lang="en-US"/>
              <a:t> Bridging the gap between Deep Learning and user confidence.</a:t>
            </a:r>
          </a:p>
          <a:p>
            <a:pPr lvl="1"/>
            <a:r>
              <a:rPr lang="en-US" b="1"/>
              <a:t>Transparency:</a:t>
            </a:r>
            <a:r>
              <a:rPr lang="en-US"/>
              <a:t> Providing the "Why" through an </a:t>
            </a:r>
            <a:r>
              <a:rPr lang="en-US" b="1"/>
              <a:t>Interactive XAI Dashboard</a:t>
            </a:r>
            <a:r>
              <a:rPr lang="en-US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407B8-31EF-445C-9B6E-BA73C8B2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C17F-1758-41AC-ABD2-584CF63916AD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6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B28F-9CFD-9D58-A62E-99E66893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5249"/>
          </a:xfrm>
        </p:spPr>
        <p:txBody>
          <a:bodyPr/>
          <a:lstStyle/>
          <a:p>
            <a:pPr algn="ctr"/>
            <a:r>
              <a:rPr lang="en-IN" b="1" i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 Implementation</a:t>
            </a:r>
            <a:endParaRPr lang="en-IN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605A3-870E-779C-7A0A-0C62B69F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1974" y="6356350"/>
            <a:ext cx="7148051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F06C2-DAD9-6B73-F5C9-43F13F0F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2D1BC0-C2DB-44C4-87FC-3767777C6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90"/>
          <a:stretch>
            <a:fillRect/>
          </a:stretch>
        </p:blipFill>
        <p:spPr>
          <a:xfrm>
            <a:off x="1891926" y="855406"/>
            <a:ext cx="8408148" cy="5629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B6A42-88F5-4233-8BEF-3DEEA577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0D20D-7384-44F3-913B-67C2E782EB2B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0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86D5-53C4-8B5D-F199-FE0758AD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926"/>
            <a:ext cx="10515600" cy="365126"/>
          </a:xfrm>
        </p:spPr>
        <p:txBody>
          <a:bodyPr>
            <a:noAutofit/>
          </a:bodyPr>
          <a:lstStyle/>
          <a:p>
            <a:r>
              <a:rPr lang="en-IN" sz="3600" b="1">
                <a:solidFill>
                  <a:schemeClr val="accent6">
                    <a:lumMod val="50000"/>
                  </a:schemeClr>
                </a:solidFill>
              </a:rPr>
              <a:t>Block 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1249F-F931-93F7-FE4E-6A32DB97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1974" y="6362393"/>
            <a:ext cx="7148051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47625-1745-0B37-D4BF-75F16AFE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8F3760-673D-C5C6-6CC9-78E801C75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35"/>
          <a:stretch>
            <a:fillRect/>
          </a:stretch>
        </p:blipFill>
        <p:spPr>
          <a:xfrm>
            <a:off x="1777179" y="774011"/>
            <a:ext cx="8637640" cy="541333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64EA51-7E62-46DD-9570-2A7A55732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0B812-31D0-4781-BC7F-F10E01B70E18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97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75EE-4E8F-4A2F-1E26-CD691932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754"/>
            <a:ext cx="10515600" cy="904568"/>
          </a:xfrm>
        </p:spPr>
        <p:txBody>
          <a:bodyPr>
            <a:normAutofit/>
          </a:bodyPr>
          <a:lstStyle/>
          <a:p>
            <a:r>
              <a:rPr lang="en-IN" sz="4000"/>
              <a:t>Prospects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87E49-21B9-3497-F0CF-CEA4EB38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322"/>
            <a:ext cx="10515600" cy="472178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IN" sz="3000" b="1"/>
              <a:t>Expected Outcome:</a:t>
            </a:r>
          </a:p>
          <a:p>
            <a:pPr lvl="1">
              <a:lnSpc>
                <a:spcPct val="160000"/>
              </a:lnSpc>
            </a:pPr>
            <a:r>
              <a:rPr lang="en-US"/>
              <a:t>	• </a:t>
            </a:r>
            <a:r>
              <a:rPr lang="en-US" sz="2600"/>
              <a:t>Reduced financial uncertainty.</a:t>
            </a:r>
            <a:br>
              <a:rPr lang="en-US" sz="2600"/>
            </a:br>
            <a:r>
              <a:rPr lang="en-US" sz="2600"/>
              <a:t>• Risk-aware decision support using confidence intervals.</a:t>
            </a:r>
            <a:br>
              <a:rPr lang="en-US" sz="2600"/>
            </a:br>
            <a:r>
              <a:rPr lang="en-US" sz="2600"/>
              <a:t>• Scalable forecasting framework.</a:t>
            </a:r>
            <a:endParaRPr lang="en-IN" sz="2600"/>
          </a:p>
          <a:p>
            <a:pPr>
              <a:lnSpc>
                <a:spcPct val="160000"/>
              </a:lnSpc>
            </a:pPr>
            <a:r>
              <a:rPr lang="en-IN" sz="3000" b="1"/>
              <a:t>Future scope:</a:t>
            </a:r>
          </a:p>
          <a:p>
            <a:pPr lvl="1">
              <a:lnSpc>
                <a:spcPct val="160000"/>
              </a:lnSpc>
            </a:pPr>
            <a:r>
              <a:rPr lang="en-US"/>
              <a:t>	• </a:t>
            </a:r>
            <a:r>
              <a:rPr lang="en-US" sz="2600"/>
              <a:t>Inclusion of additional economic factors.</a:t>
            </a:r>
          </a:p>
          <a:p>
            <a:pPr lvl="1">
              <a:lnSpc>
                <a:spcPct val="160000"/>
              </a:lnSpc>
            </a:pPr>
            <a:r>
              <a:rPr lang="en-US" sz="2600"/>
              <a:t>	• Adoption of advanced deep learning models.</a:t>
            </a:r>
            <a:br>
              <a:rPr lang="en-US" sz="2600"/>
            </a:br>
            <a:r>
              <a:rPr lang="en-US" sz="2600"/>
              <a:t>• Expansion to multi-crop and multi-region systems.</a:t>
            </a:r>
          </a:p>
          <a:p>
            <a:pPr lvl="1">
              <a:lnSpc>
                <a:spcPct val="160000"/>
              </a:lnSpc>
            </a:pPr>
            <a:endParaRPr lang="en-US"/>
          </a:p>
          <a:p>
            <a:pPr lvl="1">
              <a:lnSpc>
                <a:spcPct val="160000"/>
              </a:lnSpc>
            </a:pPr>
            <a:endParaRPr lang="en-US"/>
          </a:p>
          <a:p>
            <a:pPr lvl="1">
              <a:lnSpc>
                <a:spcPct val="160000"/>
              </a:lnSpc>
            </a:pPr>
            <a:endParaRPr lang="en-US"/>
          </a:p>
          <a:p>
            <a:pPr lvl="1">
              <a:lnSpc>
                <a:spcPct val="160000"/>
              </a:lnSpc>
            </a:pPr>
            <a:endParaRPr lang="en-US"/>
          </a:p>
          <a:p>
            <a:pPr lvl="1">
              <a:lnSpc>
                <a:spcPct val="160000"/>
              </a:lnSpc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D1629-05DB-A5EE-855B-7FFD5A8B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9200" y="6356350"/>
            <a:ext cx="7193280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F3870-77B1-6997-6AC2-5BEE9162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A83692-569F-4AFE-BD22-5994DCE1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5F78-D601-4ECB-B696-A183ED361A09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22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F583-1CF6-B451-253F-941B89A9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>
                <a:latin typeface="Times New Roman"/>
                <a:cs typeface="Times New Roman"/>
              </a:rPr>
              <a:t>Social Impact </a:t>
            </a:r>
            <a:endParaRPr lang="en-IN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FC0A9-06C8-070F-A703-C60397703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608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IN">
                <a:solidFill>
                  <a:srgbClr val="FF0000"/>
                </a:solidFill>
                <a:latin typeface="Times New Roman"/>
                <a:cs typeface="Times New Roman"/>
              </a:rPr>
              <a:t>Empowers farmers with data-backed price intelligence</a:t>
            </a:r>
            <a:endParaRPr lang="en-I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>
                <a:solidFill>
                  <a:srgbClr val="FF0000"/>
                </a:solidFill>
                <a:latin typeface="Times New Roman"/>
                <a:cs typeface="Times New Roman"/>
              </a:rPr>
              <a:t>Enhances financial security for small &amp; marginal farmers</a:t>
            </a:r>
            <a:endParaRPr lang="en-I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>
                <a:solidFill>
                  <a:srgbClr val="FF0000"/>
                </a:solidFill>
                <a:latin typeface="Times New Roman"/>
                <a:cs typeface="Times New Roman"/>
              </a:rPr>
              <a:t>Promotes transparent and explainable AI-driven decisions</a:t>
            </a:r>
            <a:endParaRPr lang="en-I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>
                <a:solidFill>
                  <a:srgbClr val="FF0000"/>
                </a:solidFill>
                <a:latin typeface="Times New Roman"/>
                <a:cs typeface="Times New Roman"/>
              </a:rPr>
              <a:t>Supports regional policy-making and agricultural planning</a:t>
            </a:r>
            <a:endParaRPr lang="en-I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IN">
                <a:solidFill>
                  <a:srgbClr val="FF0000"/>
                </a:solidFill>
                <a:latin typeface="Times New Roman"/>
                <a:cs typeface="Times New Roman"/>
              </a:rPr>
              <a:t>Contributes to rural economic resilience and digital transformation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B54C3-8FD3-6A2D-F603-C5A4AAC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2427" y="6356350"/>
            <a:ext cx="7855973" cy="365125"/>
          </a:xfrm>
        </p:spPr>
        <p:txBody>
          <a:bodyPr/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Price Forecasting Through Machine Learning Techniques</a:t>
            </a:r>
            <a:endParaRPr lang="en-IN" sz="16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5FC92-9133-D658-D008-E7C1126D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35C2C-3714-4768-A16A-5201A22C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C2A7E-3431-4B7B-84FA-8FECBF81126E}" type="datetime1">
              <a:rPr lang="en-IN" smtClean="0"/>
              <a:t>17-02-2026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66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579</Words>
  <Application>Microsoft Office PowerPoint</Application>
  <PresentationFormat>Widescreen</PresentationFormat>
  <Paragraphs>102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Times New Roman</vt:lpstr>
      <vt:lpstr>Office Theme</vt:lpstr>
      <vt:lpstr>PSG Institute of Technology and  Applied Research, Coimbatore</vt:lpstr>
      <vt:lpstr>Outline of the Presentation</vt:lpstr>
      <vt:lpstr>Introduction to Region-Specific Crop Price Forecasting  </vt:lpstr>
      <vt:lpstr>Technical Architecture</vt:lpstr>
      <vt:lpstr>Enhanced Crop Price Prediction with Explainable AI (XAI)</vt:lpstr>
      <vt:lpstr>Workflow Implementation</vt:lpstr>
      <vt:lpstr>Block Diagram</vt:lpstr>
      <vt:lpstr>Prospects</vt:lpstr>
      <vt:lpstr>Social Impact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PSG Institute of Technology and  Applied Research, Coimbatore</dc:title>
  <dc:creator>Nithikbalaji S</dc:creator>
  <cp:lastModifiedBy>Workstation</cp:lastModifiedBy>
  <cp:revision>4</cp:revision>
  <dcterms:created xsi:type="dcterms:W3CDTF">2026-02-14T15:55:26Z</dcterms:created>
  <dcterms:modified xsi:type="dcterms:W3CDTF">2026-02-17T07:47:48Z</dcterms:modified>
</cp:coreProperties>
</file>